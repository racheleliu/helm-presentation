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ברוכים הבאים. היום נעבור על רה-ארגון ה-CI/CD שלנו: למה שינינו אותו, איך צינור העבודה החדש עובד מקצה לקצה, ואיך בפועל מריצים אותו. נעבור מהמודל הישן של 3 פרויקטים למודל החדש של Nx affected ו-catdevops, נסביר למה זה בעצם מעבר ל-GitOps, ונסיים בהדגמה מעשית.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סדר יום מהיר: מאיפה התחלנו, למה אנחנו משנים את זה — המוטיבציה של GitOps — מה משתנה מבחינה מכנית, סקירה מפורטת של צינור העבודה החדש כולל פוליי-repos, לאחר מכן חלק מעשי של איך להריץ, וזמן לשאלות בסוף.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בעבר, פריסה הייתה מתחילה באחד משלושה פרויקטים נפרדים בהתאם ליעד: chaos-ci לסביבת האוטומציה והרצת הטסטים, cflow-cd לטסט, ו-deploy-cd לפרודקשן. המפתח בוחר את השירות ב-UI של אותו פרויקט, וזה מה שמפעיל את שאר השרשרת.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חשוב לדייק בכיוון: המפתח מתחיל באחד מ-chaos-ci, cflow-cd, או deploy-cd, בהתאם לסביבה הרצויה, ומזין שם את השירות. אותו פרויקט מפעיל את ה-pipeline הראשי של פרויקט ה-Nx, שקורא את המשתנים שקיבל וכולל את קובץ ה-.gitlab-ci.yml המתאים של האפליקציה — שם באמת רצים jobs הבנייה והפריסה. כלומר, ההפעלה זורמת מפרויקט ה-CD, דרך ה-Nx, ואל תוך ה-jobs ברמת האפליקציה.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חשוב להיות מפורשים לגבי הסיבה שאנחנו עושים את זה בכלל: המטרה היא לעבור למודל GitOps, שבו פרויקט ה-Helm הוא מקור האמת הדקלרטיבי, ו-OpenShift משקף בדיוק את מה שמחובר שם. Nx affected ו-catdevops הם מה שהופך את זה למעשי לבצע commit לתגית מעודכנת ל-Helm על כל שינוי רלוונטי, במקום רק מדי פעם.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שלושה מרכיבים מרכיבים את המודל החדש: catdevops כספרייה משותפת כך שלוגיקת ה-pipeline נמצאת במקום אחד בכל ה-repos, nx affected כדי שנבנה רק מה שהשתנה, ואספקה מבוססת Helm כך ש-OpenShift משקף בדיוק את מה שמחובר — זהו חלק ה-GitOps.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הנה התהליך המלא מקצה לקצה. push או MR — בפרויקט ה-Nx או בפוליי-repo — מפעיל nx affected, שיוצר pipeline דינמי עם job בנייה אחד לכל שירות שהשתנה. כל בנייה מבצעת commit לתגית החדשה שלה לפרויקט ה-Helm תחת תיקייה לפי שם ה-branch. לאחר מכן המפתח בוחר ידנית סביבה, job הפריסה מריץ helm upgrade רק לשירותים שהשתנו, וטסטים אוטומטיים רצים אוטומטית בפריסה לסביבת האוטומציה, ומכסים את 3 הקטגוריות ברירת המחדל שלנו. נעבור על כל אחד מהשלבים בפירוט.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לא רק למונו-repo של Nx — גם פוליי-repos מאמצים את catdevops, עם אותו תהליך בדיוק של push שמפעיל בנייה ו-commit ל-Helm, ואז בחירת סביבה. ההערה התפעולית החשובה: אם פיצ'ר משתרע גם על ה-Nx repo וגם על פוליי-repo, שני ה-branches צריכים להיות באותו שם, כי השם הוא מפתח התיקייה בפרויקט ה-Helm — כך שירותי שני ה-repos נוחתים יחד עבור אותו פיצ'ר.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בסיס ההשוואה תלוי בהקשר: כשאין MR פתוח, משווים מול הקומיט הקודם; כשיש MR פתוח, משווים מול ה-branch היעד שלו. בשני המקרים, רק השירותים המושפעים מקבלים job בנייה ב-pipeline שנוצר — בדוגמה הזו, רק billing-service ו-notification-service באמת נבנים.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ברגע ששירות נבנה בהצלחה, ה-job מבצע commit לתגית החדשה שלו לפרויקט ה-Helm, תחת תיקייה על שם ה-branch המקורי לאחר המרה (slugify). התיקייה מכילה serviceName, image, ו-tag — זה מה ש-OpenShift משקף, וזה משותף גם ל-Nx repo וגם לכל פוליי-repo שמשתמש באותו שם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אפשרויות הסביבה אינן קבוצה קבועה של שלוש עבור כל הרצה — הן תלויות ב-branch. ענפי feature מציעים אוטומציה וטסט. ענף ה-preprod מציע אוטומציה (טסטים) ואינטגרציה. master מציע פרודקשן. בכל מקרה, המפתח עדיין לוחץ ידנית על מה שהוא רוצה להפעיל — שום דבר לא קורה אוטומטית.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כברירת מחדל, פריסה לסביבת אוטומציה/QA מריצה אוטומטית את 3 קטגוריות הטסט הסטנדרטיות שלנו — פריסה לטסט או לפרודקשן לא מפעילה שום דבר בעצמה, בדיוק כמו קודם. אם מפתח צריך את כל הקטגוריות או שילוב מותאם אישית, chaos-ci עדיין זמין לכך: להזין את ה-branch לפריסה, שם ה-branch של האוטומציה, ואילו קטגוריות להריץ.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סיכום זה מול זה: ההגדרות עוברות ממשתני UI ידניים ל-includes משותפים של catdevops בתוספת nx affected; היקף הבנייה מצטמצם לרק מה שהשתנה; האספקה מתאחדת לפרויקט Helm אחד כש-OpenShift משקף כל commit — חלק ה-GitOps; זה משתרע כעת גם על פוליי-repos, לא רק על המונו-repo של Nx; בחירת הסביבה הופכת לבחירה ידנית בתוך pipeline אחד; וטסטים אוטומטיים שומרים על נקודת ההפעלה ברירת המחדל שלהם, כש-chaos-ci הפך לכלי להרצות מלאות או מותאמות אישית.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בפועל: לבצע push או לפתוח MR כרגיל, לשמור על שמות branch תואמים אם הפיצ'ר משתרע על פוליי-repo, לעקוב אחרי ה-pipeline שנוצר כדי לראות אילו שירותים הוא אסף, לוודא שהבנייה הצליחה, ואז ללחוץ ידנית על הסביבה הרצויה. לבדוק את לוגי הפריסה כדי לאשר מה עודכן. באוטומציה, 3 הקטגוריות ברירת המחדל רצות אוטומטית; לכיסוי מלא או מותאם, יש להשתמש ב-chaos-ci. המסמך הנלווה מפרט את זה במלואו.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זו התמונה המלאה — אשמח לענות על שאלות, והמדריך הכתוב מכסה כל שלב בפירוט רב יותר אם תרצו להתייחס אליו בהמשך.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023360"/>
            <a:ext cx="3840480" cy="3840480"/>
          </a:xfrm>
          <a:prstGeom prst="ellipse">
            <a:avLst/>
          </a:prstGeom>
          <a:solidFill>
            <a:srgbClr val="1C7293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488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spc="100" kern="0" dirty="0">
                <a:solidFill>
                  <a:srgbClr val="6F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צינור עבודה אחד מאוחד,</a:t>
            </a:r>
            <a:endParaRPr lang="en-US" sz="38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בנוי על Nx Affected ו-catdevops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עברנו משלושה פרויקטי CI/CD נפרדים לצינור עבודה אחד,</a:t>
            </a:r>
            <a:endParaRPr lang="en-US" sz="1600" dirty="0"/>
          </a:p>
          <a:p>
            <a:pPr rtl="1" algn="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מבוסס GitOps ומודע לשירותים — וכיצד להריץ אותו.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424160" y="5623560"/>
            <a:ext cx="1005840" cy="0"/>
          </a:xfrm>
          <a:prstGeom prst="line">
            <a:avLst/>
          </a:prstGeom>
          <a:noFill/>
          <a:ln w="38100">
            <a:solidFill>
              <a:srgbClr val="6FD6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9FB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פלטפורמה ו-DevOps • מצגת צוות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נעבור היום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21263" y="1417320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11021263" y="141732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516575" y="1399032"/>
            <a:ext cx="5257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מאיפה התחלנו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956255" y="1746504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ה-CI/CD הישן עם 3 הפרויקטים, ונקודות הכאב שלו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1021263" y="2258568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11021263" y="225856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516575" y="2240280"/>
            <a:ext cx="5257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אנחנו משנים את זה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956255" y="2587752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ל-GitOps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1021263" y="3099816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11021263" y="3099816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516575" y="3081528"/>
            <a:ext cx="5257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משתנה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956255" y="3429000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catdevops, Nx affected, ואספקה מבוססת Helm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1021263" y="3941064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11021263" y="3941064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516575" y="3922776"/>
            <a:ext cx="5257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צינור העבודה החדש, שלב אחר שלב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956255" y="4270248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מ-push ועד production — גם ב-Nx repo וגם בפוליי-repos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1021263" y="4782312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11021263" y="478231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516575" y="4764024"/>
            <a:ext cx="5257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את זה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2956255" y="5111496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הדרכה מעשית לשימוש יומיומי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1021263" y="5623560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11021263" y="562356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516575" y="5605272"/>
            <a:ext cx="5257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956255" y="5952744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פתוח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מאיפה התחלנו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פרויקטי CI/CD נפרדים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046720" y="1691640"/>
            <a:ext cx="34290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652760" y="19659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321040" y="269748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chaos-ci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321040" y="320040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פורס את סביבת האוטומציה/QA, ולאחר מכן מריץ טסטים אוטומטיים מולה.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4290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903720" y="19659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69748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cflow-cd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0" y="320040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פורס לסביבת הטסט.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1691640"/>
            <a:ext cx="34290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19659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69748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deploy-cd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320040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פורס לפרודקשן.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המפתח מתחיל כאן: בוחר שירות ולוחץ על הרצה באחד משלושת הפרויקטים, בהתאם לסביבת היעד.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פרויקט מפעיל את פרויקט ה-Nx, שמפעיל את jobs הבנייה/הפריסה של האפליקציה הרלוונטית — בשקף הבא.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מאיפה התחלנו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התהליך הישן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54135" y="1691640"/>
            <a:ext cx="2880360" cy="3566160"/>
          </a:xfrm>
          <a:prstGeom prst="roundRect">
            <a:avLst>
              <a:gd name="adj" fmla="val 2540"/>
            </a:avLst>
          </a:prstGeom>
          <a:solidFill>
            <a:srgbClr val="EAF2FA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048695" y="1874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082735" y="22402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המפתח מזין משתנים ב-UI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082735" y="2880360"/>
            <a:ext cx="24231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19895" y="28803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chaos-ci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082735" y="3502152"/>
            <a:ext cx="24231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19895" y="350215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cflow-cd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082735" y="4123944"/>
            <a:ext cx="24231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19895" y="4123944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deploy-cd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351215" y="3456432"/>
            <a:ext cx="502920" cy="0"/>
          </a:xfrm>
          <a:prstGeom prst="line">
            <a:avLst/>
          </a:prstGeom>
          <a:noFill/>
          <a:ln w="25400">
            <a:solidFill>
              <a:srgbClr val="5B6572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05095" y="1691640"/>
            <a:ext cx="3246120" cy="3566160"/>
          </a:xfrm>
          <a:prstGeom prst="roundRect">
            <a:avLst>
              <a:gd name="adj" fmla="val 2254"/>
            </a:avLst>
          </a:prstGeom>
          <a:solidFill>
            <a:srgbClr val="F0F4F8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11135" y="1874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33695" y="23774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פרויקט Nx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33695" y="2761488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.gitlab-ci.yml ראשי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33695" y="3200400"/>
            <a:ext cx="27889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מופעל על ידי פרויקט ה-CD שבו המפתח השתמש. קורא את המשתנים שקיבל, ולפיהם כולל (include) את קובץ ה-.gitlab-ci.yml של האפליקציה הרלוונטית.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602175" y="3456432"/>
            <a:ext cx="502920" cy="0"/>
          </a:xfrm>
          <a:prstGeom prst="line">
            <a:avLst/>
          </a:prstGeom>
          <a:noFill/>
          <a:ln w="2540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87375" y="1691640"/>
            <a:ext cx="4114800" cy="3566160"/>
          </a:xfrm>
          <a:prstGeom prst="roundRect">
            <a:avLst>
              <a:gd name="adj" fmla="val 2051"/>
            </a:avLst>
          </a:prstGeom>
          <a:solidFill>
            <a:srgbClr val="21295C"/>
          </a:solidFill>
          <a:ln/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916375" y="1874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5975" y="2377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ה-.gitlab-ci.yml של פרויקט האפליקציה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5975" y="30175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נכלל בהרצת ה-pipeline של Nx. מכיל את jobs הבנייה והפריסה של האפליקציה, שעכשיו רצים בפועל.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15975" y="41605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6F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התוצאה: השירות הנבחר נבנה ונפרס לסביבה המשויכת לפרויקט ה-CD שבו נעשה שימוש בשלב 1.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4864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5EC"/>
          </a:solidFill>
          <a:ln w="12700">
            <a:solidFill>
              <a:srgbClr val="F0C6A0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548640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96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כאב: משתנים ידניים בכל הרצה, כל push עלול לבנות הכול מחדש ללא קשר לשינוי בפועל, ולוגיקת ה-pipeline משוכפלת בכל אפליקציה במקום להיות משותפת.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6F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אנחנו משנים את זה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מעבר למודל GitOps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48095" y="169164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2C3766"/>
          </a:solidFill>
          <a:ln/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68135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68135" y="237744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צינורות העבודה פעלו ישירות על ה-cluster. מה שבאמת רץ ב-OpenShift היה קיים רק בהיסטוריית ריצות ה-deploy — ולא היה כתוב במקום קבוע וניתן לסקירה.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33095" y="169164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3135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— GitOps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53135" y="2377440"/>
            <a:ext cx="4846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פרויקט ה-Helm הוא כעת מקור האמת הדקלרטיבי. מה שמחובר (committed) שם הוא מה ש-OpenShift משקף. כל deploy הוא כעת commit ל-Git — עם היסטוריה, ניתן לסקירה וניתן לשחזור, במקום פעולה אימפרטיבית בתוך pipeline.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i="1" dirty="0">
                <a:solidFill>
                  <a:srgbClr val="9FB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זו הסיבה האמיתית מאחורי הריפקטור — Nx affected ו-catdevops הם המנגנון שהופך את ה-commit ל-Helm על כל שינוי, למעשי.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משתנה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מרכיבי יסוד במודל החדש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046720" y="1691640"/>
            <a:ext cx="3429000" cy="37947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698480" y="1965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321040" y="26517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catdevops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321040" y="3154680"/>
            <a:ext cx="2880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ספריית CI/CD משותפת, בבעלות צוות ה-DevOps, נכללת (include) בראש כל .gitlab-ci.yml — גם ב-Nx repo וגם בפוליי-repos.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429000" cy="37947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0" y="1965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6517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 affected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2880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push או MR מפעיל בדיקת nx affected. רק השירותים שבאמת השתנו נבנים — שום דבר אחר.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1691640"/>
            <a:ext cx="3429000" cy="37947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0" y="1965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2960" y="26517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אספקה מבוססת Helm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" y="3154680"/>
            <a:ext cx="2880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הבנייה מבצעים commit לתגית ה-image החדשה ישירות לפרויקט ה-Helm. OpenShift משקף בדיוק את מה שמחובר שם.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צינור העבודה החדש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מ-push ועד production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40719" y="1508760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11240719" y="15087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95567" y="148132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או פתיחת MR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1481328"/>
            <a:ext cx="5943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בפרויקט ה-Nx, או בכל פוליי-repo שמשתמש ב-catdevops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441887" y="1911096"/>
            <a:ext cx="0" cy="201168"/>
          </a:xfrm>
          <a:prstGeom prst="line">
            <a:avLst/>
          </a:prstGeom>
          <a:noFill/>
          <a:ln w="19050">
            <a:solidFill>
              <a:srgbClr val="DCE3E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240719" y="2112264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11240719" y="21122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95567" y="208483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מריצים nx affected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2084832"/>
            <a:ext cx="5943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 מול הקומיט הקודם, או מול ה-branch היעד של ה-MR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441887" y="2514600"/>
            <a:ext cx="0" cy="201168"/>
          </a:xfrm>
          <a:prstGeom prst="line">
            <a:avLst/>
          </a:prstGeom>
          <a:noFill/>
          <a:ln w="19050">
            <a:solidFill>
              <a:srgbClr val="DCE3E8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1240719" y="2715768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11240719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95567" y="2688336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נוצר pipeline דינמי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2688336"/>
            <a:ext cx="5943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בנייה אחד לכל שירות מושפע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1441887" y="3118104"/>
            <a:ext cx="0" cy="201168"/>
          </a:xfrm>
          <a:prstGeom prst="line">
            <a:avLst/>
          </a:prstGeom>
          <a:noFill/>
          <a:ln w="19050">
            <a:solidFill>
              <a:srgbClr val="DCE3E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1240719" y="3319272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0719" y="33192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595567" y="3291840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תגית מחוברת (committed) לפרויקט ה-Helm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3291840"/>
            <a:ext cx="5943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branches/&lt;שם-branch-מומר&gt;/ — serviceName, image, tag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441887" y="3721608"/>
            <a:ext cx="0" cy="201168"/>
          </a:xfrm>
          <a:prstGeom prst="line">
            <a:avLst/>
          </a:prstGeom>
          <a:noFill/>
          <a:ln w="19050">
            <a:solidFill>
              <a:srgbClr val="DCE3E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1240719" y="3922776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11240719" y="39227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595567" y="3895344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המפתח בוחר סביבה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48640" y="3895344"/>
            <a:ext cx="5943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בחירה ידנית — האפשרויות תלויות ב-branch (feature / preprod / master)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441887" y="4325112"/>
            <a:ext cx="0" cy="201168"/>
          </a:xfrm>
          <a:prstGeom prst="line">
            <a:avLst/>
          </a:prstGeom>
          <a:noFill/>
          <a:ln w="19050">
            <a:solidFill>
              <a:srgbClr val="DCE3E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11240719" y="4526280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11240719" y="45262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595567" y="449884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הפריסה מריץ helm upgrade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48640" y="4498848"/>
            <a:ext cx="5943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לשירותים שהשתנו — OpenShift משקף את ה-commit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1441887" y="4928616"/>
            <a:ext cx="0" cy="201168"/>
          </a:xfrm>
          <a:prstGeom prst="line">
            <a:avLst/>
          </a:prstGeom>
          <a:noFill/>
          <a:ln w="19050">
            <a:solidFill>
              <a:srgbClr val="DCE3E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1240719" y="5129784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11240719" y="5129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595567" y="510235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רצים טסטים אוטומטיים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48640" y="5102352"/>
            <a:ext cx="5943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קטגוריות ברירת מחדל, אוטומטית, בפריסה לסביבת אוטומציה/QA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צינור העבודה החדש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ספרייה אחת, הרבה repos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48095" y="164592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68135" y="1828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catdevops לא רק ב-Nx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68135" y="2286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פוליי-repos — repos עצמאיים מחוץ למונו-repo של Nx — מאמצים גם הם את catdevops. כל push שם מפעיל את אותה התנהגות: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68135" y="306324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רצה עם כל push</a:t>
            </a:r>
            <a:endParaRPr lang="en-US" sz="13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תגית ה-image מחוברת (committed) לפרויקט ה-Helm, באותו מבנה תיקיות לפי branch</a:t>
            </a:r>
            <a:endParaRPr lang="en-US" sz="13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המפתח בוחר סביבה בהמשך, בדיוק כמו בתהליך של Nx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33095" y="164592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21295C"/>
          </a:solidFill>
          <a:ln/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3135" y="1828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C9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חשוב לשמור על שמות branch זהים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3135" y="22860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כשפיצ'ר כולל שינויים גם ב-Nx repo וגם בפוליי-repo, יש להשתמש באותו שם branch בשניהם.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3135" y="2971800"/>
            <a:ext cx="4846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למה: כל repo מבצע commit לשירותים שלו לאותה תיקיית branches/&lt;branch&gt;/ בפרויקט ה-Helm. שמות תואמים אומרים ששני הצדדים ינחתו יחד — שמות לא תואמים אומרים ששירותי הפיצ'ר שלכם יתפצלו לשתי תיקיות שונות, ולא ייפרסו כיחידה אחת.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1–2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זיהוי מה באמת השתנה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48095" y="16459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68135" y="1874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MR פתוח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68135" y="233172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 affected משווה מול הקומיט הקודם ב-branch.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68135" y="3383280"/>
            <a:ext cx="4754880" cy="0"/>
          </a:xfrm>
          <a:prstGeom prst="line">
            <a:avLst/>
          </a:prstGeom>
          <a:noFill/>
          <a:ln w="12700">
            <a:solidFill>
              <a:srgbClr val="DC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8135" y="35661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MR פתוח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68135" y="402336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 affected משווה מול ה-branch היעד של ה-MR.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68135" y="493776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התוצאה: נוצר pipeline דינמי עם job בנייה אחד בדיוק לכל שירות מושפע — לא יותר.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33095" y="16459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21295C"/>
          </a:solidFill>
          <a:ln/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3135" y="1874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6F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5 שירותים במונו-repo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53135" y="237744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6FD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6015" y="237744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billing-service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62095" y="237744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50" b="1" dirty="0">
                <a:solidFill>
                  <a:srgbClr val="6F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מושפע ← בנייה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3135" y="3035808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2C3766"/>
          </a:solidFill>
          <a:ln w="12700">
            <a:solidFill>
              <a:srgbClr val="3C47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6015" y="303580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auth-service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62095" y="3035808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שינוי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53135" y="3694176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6FD6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6015" y="3694176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notification-service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62095" y="3694176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50" b="1" dirty="0">
                <a:solidFill>
                  <a:srgbClr val="6F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מושפע ← בנייה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3135" y="4352544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2C3766"/>
          </a:solidFill>
          <a:ln w="12700">
            <a:solidFill>
              <a:srgbClr val="3C47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6015" y="4352544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reporting-service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962095" y="4352544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שינוי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3135" y="5010912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2C3766"/>
          </a:solidFill>
          <a:ln w="12700">
            <a:solidFill>
              <a:srgbClr val="3C477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6015" y="5010912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gateway-service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962095" y="5010912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שינוי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3–4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בנייה, תיוג, ו-commit ל-Helm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שירות מושפע מקבל job בנייה משלו. בהצלחה, ה-job כותב את תגית ה-image החדשה ישירות לפרויקט ה-Helm — זה מה ש-OpenShift משקף, וממנו ה-deploy יקרא.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339535" y="2286000"/>
            <a:ext cx="530352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13855" y="248716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פרויקט ה-Helm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3855" y="30175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branches/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13855" y="3346704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feature-x/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13855" y="367588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values.yaml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13855" y="41605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ה-branch מומר (slugified) לשם תיקייה תקין (למשל feature/x ← feature-x). אותה תיקייה משותפת ל-Nx repo ולכל פוליי-repo על אותו branch.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33095" y="2286000"/>
            <a:ext cx="5532120" cy="3383280"/>
          </a:xfrm>
          <a:prstGeom prst="roundRect">
            <a:avLst>
              <a:gd name="adj" fmla="val 2162"/>
            </a:avLst>
          </a:prstGeom>
          <a:solidFill>
            <a:srgbClr val="21295C"/>
          </a:solidFill>
          <a:ln/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7415" y="24871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6F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ערכים מחוברים (committed)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07415" y="30632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D3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serviceName: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44775" y="30632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billing-service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7415" y="36118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D3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image: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44775" y="3611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registry/billing-service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7415" y="41605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D3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tag: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544775" y="416052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a3f9c21 (commit SHA)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7415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בנייה אחד = שירות אחד = commit אחד עם התגית שלו. שירותים שלא נגעו בהם לעולם לא נבנים ולא מתויגים מחדש.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5–6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בוחרים לאן זה הולך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סביבות זמינות לבחירה תלוי ב-branch שממנו פורסים — הכול עדיין מופעל ידנית.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693615" y="2057400"/>
            <a:ext cx="6949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304727" y="2286000"/>
            <a:ext cx="109728" cy="59436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5013655" y="222199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feature/* branches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13655" y="2606040"/>
            <a:ext cx="6126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אוטומציה, טסט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693615" y="3310128"/>
            <a:ext cx="6949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304727" y="3538728"/>
            <a:ext cx="109728" cy="59436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5013655" y="3474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preprod branch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13655" y="3858768"/>
            <a:ext cx="6126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אוטומציה (טסטים), אינטגרציה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693615" y="4562856"/>
            <a:ext cx="6949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1304727" y="4791456"/>
            <a:ext cx="109728" cy="594360"/>
          </a:xfrm>
          <a:prstGeom prst="roundRect">
            <a:avLst>
              <a:gd name="adj" fmla="val 16667"/>
            </a:avLst>
          </a:prstGeom>
          <a:solidFill>
            <a:srgbClr val="21295C"/>
          </a:solidFill>
          <a:ln/>
        </p:spPr>
      </p:sp>
      <p:sp>
        <p:nvSpPr>
          <p:cNvPr id="15" name="Text 13"/>
          <p:cNvSpPr/>
          <p:nvPr/>
        </p:nvSpPr>
        <p:spPr>
          <a:xfrm>
            <a:off x="5013655" y="47274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master branch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13655" y="5111496"/>
            <a:ext cx="6126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פרודקשן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33095" y="2057400"/>
            <a:ext cx="3886200" cy="3977640"/>
          </a:xfrm>
          <a:prstGeom prst="roundRect">
            <a:avLst>
              <a:gd name="adj" fmla="val 1882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7415" y="22860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ה-job של הפריסה עושה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7415" y="2743200"/>
            <a:ext cx="34290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המפתח לוחץ ידנית על הסביבה הרצויה, מתוך האפשרויות הזמינות ל-branch הזה</a:t>
            </a:r>
            <a:endParaRPr lang="en-US" sz="1200" dirty="0"/>
          </a:p>
          <a:p>
            <a:pPr rtl="1" algn="r"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הפריסה מפעיל את ה-job המתאים בפרויקט ה-Helm</a:t>
            </a:r>
            <a:endParaRPr lang="en-US" sz="1200" dirty="0"/>
          </a:p>
          <a:p>
            <a:pPr rtl="1" algn="r"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מריץ helm upgrade עם התגיות שחוברו (committed) ל-branch הזה</a:t>
            </a:r>
            <a:endParaRPr lang="en-US" sz="1200" dirty="0"/>
          </a:p>
          <a:p>
            <a:pPr rtl="1" algn="r"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נוגע רק בשירותים שבאמת נבנו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טסטים אוטומטיים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EAF2FA"/>
          </a:solidFill>
          <a:ln w="12700">
            <a:solidFill>
              <a:srgbClr val="DCE3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607040" y="196596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060704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פריסה לסביבת אוטומציה/QA מריצה אוטומטית את 3 קטגוריות הטסט ברירת המחדל שלנו.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פריסה לטסט או לפרודקשן לא מפעילה בעצמה את חבילת האוטומציה — אותה נקודת הפעלה כמו בתהליך הישן של chaos-ci.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21295C"/>
          </a:solidFill>
          <a:ln/>
          <a:effectLst>
            <a:outerShdw sx="100000" sy="100000" kx="0" ky="0" algn="bl" rotWithShape="0" blurRad="76200" dist="25400" dir="5400000">
              <a:srgbClr val="9AA5AF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4023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6F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צריכים כיסוי מלא או קטגוריות מותאמות אישית?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chaos-ci עדיין קיים בשביל זה. יש להיכנס ל-chaos-ci ו: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484632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להזין את שם ה-branch שרוצים לפרוס  .1</a:t>
            </a:r>
            <a:endParaRPr lang="en-US" sz="135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להזין את שם ה-branch של האוטומציה שמולו רוצים לבדוק  .2</a:t>
            </a:r>
            <a:endParaRPr lang="en-US" sz="135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לבחור אילו קטגוריות להריץ — כולל את כולן, לא רק את 3 ברירות המחדל  .3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מול אחרי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0" y="1463040"/>
            <a:ext cx="4343400" cy="411480"/>
          </a:xfrm>
          <a:prstGeom prst="roundRect">
            <a:avLst>
              <a:gd name="adj" fmla="val 11111"/>
            </a:avLst>
          </a:prstGeom>
          <a:solidFill>
            <a:srgbClr val="E7EAF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0" y="146304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4480560" cy="41148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6304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097280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372600" y="1965960"/>
            <a:ext cx="2039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הגדרות / הפעלה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20640" y="196596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משתנים שהוזנו ידנית ב-UI של GitLab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19659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משותפים של catdevops + nx affected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72600" y="2743200"/>
            <a:ext cx="2039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היקף הבנייה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120640" y="274320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push בונה הכול מחדש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274320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שירותים מושפעים נבנים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1097280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9372600" y="3520440"/>
            <a:ext cx="2039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מנגנון האספקה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120640" y="352044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פרויקטי CD נפרדים שפועלים ישירות על OpenShift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352044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פרויקט Helm אחד; OpenShift משקף כל commit (GitOps)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372600" y="4297680"/>
            <a:ext cx="2039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היקף ה-repos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120640" y="429768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מונו-repo של Nx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29768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Nx repo וגם פוליי-repos, אותו מנגנון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097280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9372600" y="5074920"/>
            <a:ext cx="2039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סביבה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120640" y="507492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נקבע לפי איזה פרויקט CD רץ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בחירה ידנית של סביבה, אותו pipeline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372600" y="5852160"/>
            <a:ext cx="2039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טסטים אוטומטיים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120640" y="585216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רץ אחרי פריסת chaos-ci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" y="58521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קטגוריות ברירת מחדל רצות אוטומטית אחרי פריסת אוטומציה/QA; chaos-ci עדיין זמין להרצות מלאות/מותאמות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6312" y="14630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את זה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6072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מהיר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85855" y="16002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882335" y="1581912"/>
            <a:ext cx="5257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לבצע push לקומיט או לפתוח MR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1581912"/>
            <a:ext cx="5760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בפרויקט ה-Nx, או בפוליי-repo — להשתמש באותו שם branch בשניהם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1185855" y="23774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1185855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882335" y="2359152"/>
            <a:ext cx="5257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לעקוב אחרי ה-pipeline שנוצר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2359152"/>
            <a:ext cx="5760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יכיל רק jobs לשירותים שבהם נגעתם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1185855" y="31546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1185855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882335" y="3136392"/>
            <a:ext cx="5257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לוודא שה-jobs של הבנייה הצליחו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3136392"/>
            <a:ext cx="5760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התגית מחוברת (committed) לפרויקט ה-Helm אוטומטית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1185855" y="39319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11185855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882335" y="3913632"/>
            <a:ext cx="5257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ללחוץ על הסביבה הרצויה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3913632"/>
            <a:ext cx="5760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האפשרויות תלויות ב-branch שלכם — תמיד לחיצה ידנית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1185855" y="470916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11185855" y="4709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882335" y="4690872"/>
            <a:ext cx="5257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לבדוק את הלוגים של job הפריסה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4690872"/>
            <a:ext cx="5760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אילו שירותים עודכנו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1185855" y="54864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11185855" y="5486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882335" y="5468112"/>
            <a:ext cx="5257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בסביבת אוטומציה: 3 קטגוריות ברירת מחדל רצות אוטומטית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48640" y="5468112"/>
            <a:ext cx="5760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צריכים כיסוי מלא/מותאם? יש להשתמש ב-chaos-ci עם שם ה-branch שלכם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6172200"/>
            <a:ext cx="11064240" cy="18288"/>
          </a:xfrm>
          <a:prstGeom prst="roundRect">
            <a:avLst>
              <a:gd name="adj" fmla="val 400000"/>
            </a:avLst>
          </a:prstGeom>
          <a:solidFill>
            <a:srgbClr val="DCE3E8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המדריך הכתוב המלא, שלב אחר שלב, נמצא במסמך הנלווה.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416552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רה-ארגון ה-CI/CD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5943600" cy="59436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תיעוד, נתיבי תיקיות, ופתרון בעיות נמצאים במדריך הנלווה.</a:t>
            </a:r>
            <a:endParaRPr lang="en-US" sz="1500" dirty="0"/>
          </a:p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לפנות בכל עת בערוץ #devops.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2026-07-16T10:04:11Z</dcterms:created>
  <dcterms:modified xsi:type="dcterms:W3CDTF">2026-07-16T10:04:11Z</dcterms:modified>
</cp:coreProperties>
</file>