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ברכו את הצוות. מסגרו את הסשן סביב גרפים — אנחנו מרנדרים Highcharts ו-charts מותאמים, ורגרסיות ויזואליות בגרפים קשות לתפיסה עם assertions נתונים בלבד.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עברו על סדר היום במהירות — דקה אחת לכל היותר. תרגילים מעשיים בסוף ישמרו על מעורבות גבוהה. שאלות מתקבלות בברכה לאורך כל הסשן.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תובנה מרכזית: בדיקות פונקציונליות בודקות התנהגות; בדיקות ויזואליות בודקות מראה. שתיהן נחוצות. עבור גרפים במיוחד: גרף יכול להחזיר נתונים נכונים אך להירנדר בצורה שגויה לחלוטין.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אלה רגרסיות ספציפיות לגרפים — אף אחת מהן לא תיתפס על ידי assertions נתונים או בדיקות DOM. ל-Highcharts יש אפשרויות הגדרה רבות שמשפיעות על הרינדור בשקט.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מתחת למכסה המנוע: pixelmatch עושה את ההשוואה. ה-baseline הוא רק PNG שמגובה ב-repo שלכם. הסף הוא החלטת הגדרה החשובה ביותר.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Baselines ב-git, diffs לא מגובים. עדכוני snapshot חייבים להיות פעולה מכוונת ומבוקרת — לעולם לא אוטומטית.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ההגדרה לוקחת כ-5 דקות. שימו לב לסף: 0.02 (2%) מומלץ לגרפים — קצת יותר סבלני מ-UI סטטי בגלל שונות הפיקסלים ברינדור canvas/SVG.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שני מכשולים ספציפיים ל-Highcharts: אנימציות ורינדור אסינכרוני. בטלו אנימציות גלובלית ב-e2e.ts. תמיד צלמו את אלמנט מיכל הגרף — זה מבודד את הבדיקה לרכיב.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Highcharts וגרפים מותאמים חולקים את אותה בעיה: רינדור אסינכרוני. אלמנט ה-DOM קיים לפני שהגרף מצויר. עבור SVG: המתינו ש-path[d] יהיה לא ריק.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עברו על שלוש התמונות: baseline הוא החוזה שלכם, actual הוא מה ש-Cypress ראה, diff מדגיש מה השתנה. עבור גרפים: ה-diff יראה בדיוק אילו עמודות או קווים זזו.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בלוק ה-artifacts הוא קריטי — תמונות Diff צריכות להיות נגישות לסוקרים. expose_as נותן שם ידידותי ב-UI של MR. לעולם אל תאוטמטו עדכוני baselines ב-CI.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אנימציית גרף היא המכשול הגדול ביותר. רינדור Canvas אסינכרוני הוא השני. קבעו את כלל Docker מוקדם: baselines תמיד מעודכנים מ-CI, לעולם לא ממכונות מקומיות.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שלב סקירת ה-PR הוא קריטי — מישהו חייב להסתכל על ה-diff ולאשר שהשינוי מכוון. פרמלו זאת כפריט ב-checklist של תבנית ה-MR שלכם.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הנתונים חייבים תמיד להיות מדומים אחרת הבדיקות לעולם לא יהיו יציבות. המתינו לגרפים שנמצאים עדיין תחת עיצוב מחדש — עדכוני baselines מתמידים שוחקים את האמון.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בדיקת רכיבים היא המהירה ביותר — ללא overhead של ניווט בדפדפן. snapshots רספונסיביים מנוצלים פחות — בדיקה אחת נותנת כיסוי על כל ה-breakpoints.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סכמו ב-2 דקות. חזרו על כלל Docker — צוותים תמיד שוכחים אותו. פתחו לשאלות, אחר כך לתרגילים. מטרה: בדיקה ויזואלית ראשונה נשלחת לפני סוף ה-sprint.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82880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סדנת הנדסה פנימית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רגרסיה ויזואלית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cypress-image-snapshot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394960" y="306324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QA ואוטומציה  ·  סדנת הכשרה למפתחים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977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 פיקסל-פרפקט עבור Highcharts ורכיבי גרפים מותאמים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יום הסשן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663440" y="804672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339328" y="90525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9328" y="905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 בדיקת רגרסיה ויזואלית?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דק׳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499616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39328" y="16002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39328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0" y="1609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באגים שבדיקות ויזואליות תופסות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1609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דק׳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9328" y="229514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כיצד cypress-image-snapshot עובד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2304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דק׳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9504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39328" y="29900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2999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פרויקט והגדרה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2999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דק׳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584448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39328" y="36850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0" y="3694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כתיבת בדיקות ויזואליות לגרפים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3694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דק׳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4279392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39328" y="437997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39328" y="4379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4389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בדיקת Highcharts ו-charts מותאמים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4389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דק׳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804672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041648" y="90525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41648" y="905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914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אינטגרציית CI/CD — GitLab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914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דק׳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1499616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041648" y="16002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41648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1609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טעויות נפוצות ודיבוג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1609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דק׳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2194560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041648" y="229514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41648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מחזור חיי snapshot ו-PR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2304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דק׳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2889504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041648" y="29900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41648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" y="2999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להשתמש (ומתי לא)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7200" y="2999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דק׳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584448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041648" y="36850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41648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" y="3694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תרגילים מעשיים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57200" y="3694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דק׳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 בדיקת רגרסיה ויזואלית?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846320" y="100584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83480" y="1115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פונקציונליות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83480" y="1536192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בודקת שכפתורים עובדים, טפסים נשלחים, APIs מחזירים נתונים</a:t>
            </a:r>
            <a:endParaRPr lang="en-US" sz="115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מאמתת נוכחות DOM וערכי טקסט</a:t>
            </a:r>
            <a:endParaRPr lang="en-US" sz="115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עיוורת לפריסה, ריווח, צבע והיררכיה ויזואלית</a:t>
            </a:r>
            <a:endParaRPr lang="en-US" sz="115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יכולה לעבור גם כשה-UI שבור לחלוטין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115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רגרסיה ויזואלית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36192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מצלמת baseline screenshot במצב תקין</a:t>
            </a:r>
            <a:endParaRPr lang="en-US" sz="115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 ריצה, משווה פיקסל-פיקסל מול ה-baseline</a:t>
            </a:r>
            <a:endParaRPr lang="en-US" sz="115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מדגישה הבדלים: גבהי עמודות שגויים, סדרות חסרות, שינויי צבע</a:t>
            </a:r>
            <a:endParaRPr lang="en-US" sz="115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הבדיקה האוטומטית היחידה שרואה מה המשתמש רואה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באגים אמיתיים שבדיקות ויזואליות תופסות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אלה עוברים את כל הבדיקות הפונקציונליות — ומגיעים לפרודקשן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800600" y="1078992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124358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83480" y="12070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גבהי עמודות שגויים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83480" y="16733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 הגדרות Highcharts משנה את קנה המידה של ציר ה-Y. העמודות מירנדרות בפרופורציות שגויות. assertion נתונים: עובר. בדיקה ויזואלית: תופסת מיד.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078992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1243584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12070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סדרה / מקרא חסרים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16733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עדכון ערכת צבעים מוריד סדרת גרף מהרינדור. הנתונים נטענים תקין — אבל קו אחד נעלם ויזואלית מהגרף.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00600" y="2907792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30723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83480" y="30358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חפיפת Tooltip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983480" y="35021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 z-index ב-CSS גורם לתיבות ה-tooltip להירנדר מאחורי אלמנטים אחרים. אינטראקטיבי בקוד, בלתי נראה על המסך.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2907792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352" y="3072384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30358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קיצוץ תוויות ציר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8640" y="35021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תוויות תאריך ארוכות עוברות לשורה שנייה או מקוצצות אחרי שינוי פונט. הערכים נכונים אך התוויות חתוכות, מה שהופך את הגרף לבלתי קריא.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כיצד cypress-image-snapshot עובד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06040" cy="2971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258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029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צילום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0352" y="2487168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בריצה הראשונה, Cypress מצלם screenshot ושומר אותו כ-PNG baseline. זהו מקור האמת שלכם.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097280"/>
            <a:ext cx="2606040" cy="2971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2029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השוואה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64992" y="2487168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בריצות הבאות, screenshot חדש מצולם ומושווה פיקסל-פיקסל מול ה-baseline באמצעות pixelmatch.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097280"/>
            <a:ext cx="2606040" cy="2971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32588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2029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דיווח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199632" y="2487168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ה-diff עולה על הסף, הבדיקה נכשלת ותמונת diff נשמרת המדגישה את האזור ששונה.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4187952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29768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2920" y="423367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סף וסובלנות: failureThreshold (0–1) שולט בכמות הפיקסלים שיכולים להיות שונים. השתמשו ב-'percent'. התחילו ב-0.01 ל-UI, 0.02 לגרפים — הדקו עם הזמן.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פרויקט ומבנה תיקיות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15568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cypress/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e2e/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charts.cy.ts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dashboard.cy.ts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snapshots/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charts.cy.ts/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revenue-chart.snap.png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dashboard.cy.ts/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kpi-chart.snap.png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__diff_output__/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revenue-chart.diff.png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support/commands.ts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cypress.config.ts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0" y="1078992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94192" y="1170432"/>
            <a:ext cx="320040" cy="320040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בסיסיים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49961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מגובים ב-git — מקור האמת. עדכנו רק אחרי שינויי גרף מכוונים.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2249424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94192" y="2340864"/>
            <a:ext cx="320040" cy="3200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313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 Diff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67004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נוצר בכישלון. לא מגובה. העלו כ-artifact של CI לבדיקה.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3419856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3511296"/>
            <a:ext cx="320040" cy="32004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483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ממוין לפי קובץ spec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84048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תיקיות snapshot ממחזות את מבנה קבצי הבדיקה אוטומטית.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4553712"/>
            <a:ext cx="4023360" cy="256032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45628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הוסיפו __diff_output__/ ל-.gitignore. גבו את snapshots/ כמו קוד מקור.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 והגדרה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996696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66760" y="10515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התקנת החבילה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08176"/>
            <a:ext cx="8138160" cy="502920"/>
          </a:xfrm>
          <a:prstGeom prst="roundRect">
            <a:avLst>
              <a:gd name="adj" fmla="val 9091"/>
            </a:avLst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44752"/>
            <a:ext cx="7818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--save-dev cypress-image-snapshot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8412480" cy="1819656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66760" y="2139696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2139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13969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רישום Plugin  (cypress.config.ts)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96312"/>
            <a:ext cx="8138160" cy="1325880"/>
          </a:xfrm>
          <a:prstGeom prst="roundRect">
            <a:avLst>
              <a:gd name="adj" fmla="val 3448"/>
            </a:avLst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32888"/>
            <a:ext cx="78181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addMatchImageSnapshotPlugin } from 'cypress-image-snapshot/plugin';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defineConfig({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e2e: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setupNodeEvents(on, config)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addMatchImageSnapshotPlugin(on, config);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86784"/>
            <a:ext cx="8412480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405079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4050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0507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הוספת פקודה  (cypress/support/commands.ts)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407408"/>
            <a:ext cx="8138160" cy="914400"/>
          </a:xfrm>
          <a:prstGeom prst="roundRect">
            <a:avLst>
              <a:gd name="adj" fmla="val 5000"/>
            </a:avLst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443984"/>
            <a:ext cx="7818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addMatchImageSnapshotCommand } from 'cypress-image-snapshot/command';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addMatchImageSnapshotCommand({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failureThreshold: 0.02,      // 2% לגרפים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failureThresholdType: 'percent',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כתיבת בדיקות ויזואליות לגרפים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886200"/>
          </a:xfrm>
          <a:prstGeom prst="roundRect">
            <a:avLst>
              <a:gd name="adj" fmla="val 2353"/>
            </a:avLst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charts.cy.ts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47091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describe('Revenue Chart',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beforeEach(()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cy.intercept('/api/revenue',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fixture: 'revenue.json'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cy.visit('/dashboard/charts');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cy.get('.highcharts-root')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.should('be.visible');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cy.get('.highcharts-series')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.should('exist');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cy.get('.highcharts-point')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.should('have.length.greaterThan', 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it('matches chart baseline',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cy.viewport(1440, 900);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cy.get('[data-testid="revenue-chart"]')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.matchImageSnapshot('revenue-chart',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failureThreshold: 0.02,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failureThresholdType: 'percent',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1155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32120" y="108813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המתינו ל-.highcharts-series ו-.highcharts-point — לא רק לטעינת DOM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556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72821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צלמו את מיכל הגרף, לא את הדף המלא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39572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32120" y="236829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דמו את ה-API — אותם נתונים = אותו גרף = baseline יציב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303580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32120" y="300837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בסף של 1–3% לגרפים (שונות פיקסלים גדולה יותר מ-UI סטטי)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367588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32120" y="364845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בטלו אנימציות Highcharts בקובץ e2e.ts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315968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532120" y="428853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לעולם אל תצלמו גרפים עם נתונים חיים — דמו הכל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בדיקת Highcharts ורכיבי גרפים מותאמים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800600" y="1005840"/>
            <a:ext cx="3977640" cy="3840480"/>
          </a:xfrm>
          <a:prstGeom prst="roundRect">
            <a:avLst>
              <a:gd name="adj" fmla="val 238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1155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1115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הגדרה ספציפית ל-Highcharts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937760" y="1527048"/>
            <a:ext cx="3657600" cy="1353312"/>
          </a:xfrm>
          <a:prstGeom prst="roundRect">
            <a:avLst>
              <a:gd name="adj" fmla="val 4054"/>
            </a:avLst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56632" y="1581912"/>
            <a:ext cx="34564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cypress/support/e2e.ts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Highcharts.setOptions({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chart: { animation: false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plotOptions: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series: { animation: false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37760" y="297180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בטלו אנימציות גלובלית ב-e2e.ts — הגדרה חד פעמית לכל בדיקות הגרפים</a:t>
            </a:r>
            <a:endParaRPr lang="en-US" sz="1050" dirty="0"/>
          </a:p>
          <a:p>
            <a:pPr rtl="1"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המתינו ש-.highcharts-loading ייעלם אם לגרף יש מצב טעינה</a:t>
            </a:r>
            <a:endParaRPr lang="en-US" sz="1050" dirty="0"/>
          </a:p>
          <a:p>
            <a:pPr rtl="1"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בדקו ספירת .highcharts-series לאישור רינדור מלא לפני צילום</a:t>
            </a:r>
            <a:endParaRPr lang="en-US" sz="1050" dirty="0"/>
          </a:p>
          <a:p>
            <a:pPr rtl="1"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ב-.highcharts-container.should('be.visible') כשמירה כניסה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1005840"/>
            <a:ext cx="3977640" cy="3840480"/>
          </a:xfrm>
          <a:prstGeom prst="roundRect">
            <a:avLst>
              <a:gd name="adj" fmla="val 2381"/>
            </a:avLst>
          </a:prstGeom>
          <a:solidFill>
            <a:srgbClr val="F8FAFC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28" y="1115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" y="1115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רכיבי גרף מותאמים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" y="1527048"/>
            <a:ext cx="3657600" cy="1353312"/>
          </a:xfrm>
          <a:prstGeom prst="roundRect">
            <a:avLst>
              <a:gd name="adj" fmla="val 4054"/>
            </a:avLst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1792" y="1581912"/>
            <a:ext cx="34564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גרפי SVG/Canvas מותאמים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cy.get('[data-testid="custom-graph"]')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.should('be.visible')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.find('path[d]')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.should('have.length.gt', 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cy.matchImageSnapshot('custom-graph');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297180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גרפי SVG: המתינו שתכונות path[d] יאוכלסו — לא רק שאלמנט SVG קיים</a:t>
            </a:r>
            <a:endParaRPr lang="en-US" sz="1050" dirty="0"/>
          </a:p>
          <a:p>
            <a:pPr rtl="1"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גרפי Canvas: חשפו אירוע rendered ו-cy.wrap() אותו לפני צילום</a:t>
            </a:r>
            <a:endParaRPr lang="en-US" sz="1050" dirty="0"/>
          </a:p>
          <a:p>
            <a:pPr rtl="1"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ב-data-testid על עטיפת הגרף לסלקטורים יציבים</a:t>
            </a:r>
            <a:endParaRPr lang="en-US" sz="1050" dirty="0"/>
          </a:p>
          <a:p>
            <a:pPr rtl="1" algn="r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cy.wait(100) רק כמוצא אחרון אם אין אות רינדור זמין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קורה כשבדיקה נכשלת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1A3260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42416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42416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צילום גרף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מגובה ב-git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גרף צפוי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1A326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042416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042416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צילום גרף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צולם בזמן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ריצת הבדיקה הכושלת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1A3260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1042416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042416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צילום גרף 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743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שינויים מודגשים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נשמר ב-__diff_output__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0F1E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7490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CypressError: 'revenue-chart' image mismatch!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Expected: 0 differing pixels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Received: 5,812 pixels (1.87% of total)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Threshold: 1.00%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Diff saved: cypress/__diff_output__/revenue-chart.diff.png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אינטגרציית CI/CD — GitLab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11880" y="1005840"/>
            <a:ext cx="5166360" cy="3840480"/>
          </a:xfrm>
          <a:prstGeom prst="roundRect">
            <a:avLst>
              <a:gd name="adj" fmla="val 2381"/>
            </a:avLst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749040" y="1097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.gitlab-ci.yml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9040" y="1389888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visual-regression: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stage: 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cypress/included:13.0.0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npm ci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npx cypress run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--spec "cypress/e2e/**/*.cy.ts"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artifacts: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when: on_failure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cypress/__diff_output__/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expire_in: 7 days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expose_as: "Visual Diff Output"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if: $CI_PIPELINE_SOURCE == "merge_request_event"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if: $CI_COMMIT_BRANCH == "main"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32" y="117043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1124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רץ ב-MR + main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11480" y="1490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תפסו רגרסיות לפני מיזוג, אמתו בכל push ל-main.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201168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2130552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1480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בכישלון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11480" y="2450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 Diff מועלות ומקושרות ב-UI של הפייפליין — ללא חיפוש ידני.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65760" y="297180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309067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1480" y="3044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של Cypress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11480" y="3410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ב-cypress/included — רינדור פונט ו-canvas עקבי כמו CI.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65760" y="393192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232" y="4050792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1480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עדכוני Baseline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11480" y="4370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לעולם אל תעדכנו baselines אוטומטית ב-CI. הריצו מקומית ב-Docker, סקרו, גבו.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טעויות נפוצות ודיבוג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896112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0" y="10972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בעיה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אנימציית גרף באמצע פריים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142646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גורם: Highcharts מאנימה בטעינה — snapshot שנלקח במהלך האנימציה מלכד רינדור חלקי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פתרון: הגדירו animation: false ב-Highcharts.setOptions() גלובלית ב-e2e.ts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84124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0" y="210312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103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בעיה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0848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של Canvas מתנדנדים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43230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גורם: גרפי Canvas מירנדרים אסינכרונית — האלמנט קיים לפני שהפיקסלים מצוירים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43230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פתרון: חשפו אירוע rendered מהגרף ו-cy.wrap() אותו; או השתמשו ב-cy.should() עם assertion מותאם על canvas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8412480" cy="896112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0" y="310896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3108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0906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הבדלי רינדור OS / פונט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343814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גורם: תוויות ציר גרף מירנדרות שונה ב-macOS לעומת Linux CI — anti-aliasing משתנה לפי 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43814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פתרון: תמיד צלמו ועדכנו baselines ב-Docker כדי להתאים לסביבת ה-CI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84124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0" y="411480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בעיה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40965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נתונים חיים ב-baseline של גרף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444398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גורם: הגרף מושך API אמיתי — ערכים שונים בכל ריצה מייצרים צורות גרף שונות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44398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פתרון: תמיד cy.intercept() את endpoint נתוני הגרף עם קובץ fixture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מחזור חיי Snapshot ותהליך סקירת PR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188720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 גרף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מוזג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18872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8105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 ויזואלית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נכשלת ב-CI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0" y="11887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8105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המפתח סוקר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 Diff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463040" y="297180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5935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מכוון?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עדכון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8803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29718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5935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הרצת עדכון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ב-Docker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0" y="297180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5935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גיבוי Baseline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46268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CYPRESS_UPDATE_SNAPSHOTS=true npx cypress run  # הריצו ב-Docker — לעולם לא על המכונה המקומית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להשתמש בבדיקות ויזואליות — ומתי לא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846320" y="100584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0" y="1115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השתמשו עבור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0" y="1536192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גרפי Highcharts עם נתונים יציבים ומדומים</a:t>
            </a:r>
            <a:endParaRPr lang="en-US" sz="115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רכיבי גרף SVG או D3 מותאמים</a:t>
            </a:r>
            <a:endParaRPr lang="en-US" sz="115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הגדרות גרף לאחר שדרוג גרסת Highcharts</a:t>
            </a:r>
            <a:endParaRPr lang="en-US" sz="115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דפי דשבורד עם מערכי נתונים ידועים ומבוקרים</a:t>
            </a:r>
            <a:endParaRPr lang="en-US" sz="115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פריסות גרף רספונסיביות על פני breakpoints</a:t>
            </a:r>
            <a:endParaRPr lang="en-US" sz="115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לאחר שינויי design system או פלטת צבעים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FFF1F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15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אל תשתמשו עבור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גרפים חיים עם נתונים בזמן אמת או streaming</a:t>
            </a:r>
            <a:endParaRPr lang="en-US" sz="115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גרפים בהם מספר נקודות הנתונים משתנה בין ריצות</a:t>
            </a:r>
            <a:endParaRPr lang="en-US" sz="115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רכיבי גרף תחת עיצוב מחדש ויזואלי פעיל</a:t>
            </a:r>
            <a:endParaRPr lang="en-US" sz="115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מצבי loading / skeleton של מיכלי גרף</a:t>
            </a:r>
            <a:endParaRPr lang="en-US" sz="115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גרפים עם נתחי נתונים אקראיים או ספציפיים למשתמש</a:t>
            </a:r>
            <a:endParaRPr lang="en-US" sz="115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כתחליף לבדיקות דיוק נתונים / unit tests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דפוסים מתקדמים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סקלת בדיקות ויזואליות בפרויקטים ברמת פרודקשן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800600" y="1078992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21615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83480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 ויזואלית של רכיבים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983480" y="1645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ב-Cypress Component Testing‏ (cy.mount()) לצילום snapshot של רכיבי גרף בבידוד — מהיר יותר מ-E2E וממוקד יותר.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1078992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21615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רספונסיביים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1645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[375, 768, 1280, 1440].forEach(w =&gt; { cy.viewport(w, 900); cy.matchImageSnapshot(`chart-${w}`); }) — בדיקה אחת, כל ה-breakpoints.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800600" y="2862072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99923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8348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 מקבילי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983480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חלקו specs בין jobs מקבילים ב-CI. כל job מקבל תיקיית snapshots משלו. לעולם אל תשתפו תיקיית snapshot לכתיבה — race conditions משחיתות baselines.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65760" y="2862072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299923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של דף מלא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העבירו { capture: 'fullPage' } לצילום scroll של דשבורדים. צילומי עמוד מלא רגישים יותר — השתמשו בסף גבוה יותר מעט (2–3%).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מסקנות מרכזיות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1155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88136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 נתונים לבדם לא יכולים לתפוס רגרסיות גרף — בדיקות ויזואליות הן השכבה החסרה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755648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1728216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בטלו אנימציות Highcharts גלובלית ב-e2e.ts — עשו זאת פעם אחת, הרוויחו בכל בדיקות הגרפים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395728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2368296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תמיד דמו נתוני גרף עם fixtures — נתונים חיים הופכים את ה-baselines לבלתי ניתנים לתחזוקה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035808"/>
            <a:ext cx="347472" cy="3474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7200" y="3008376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תמיד צלמו baselines ב-Docker — רינדור פונט ו-canvas שונה לפי OS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675888"/>
            <a:ext cx="347472" cy="34747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57200" y="3648456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צלמו את אלמנט מיכל הגרף, לא את הדף כולו — שומר על בדיקות ממוקדות ומהירות</a:t>
            </a:r>
            <a:endParaRPr lang="en-US" sz="13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315968"/>
            <a:ext cx="347472" cy="34747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57200" y="4288536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התחילו עם 3–5 גרפים יציבים ומדומים. העלו את הסף מעט (1–2%) לרכיבי גרף</a:t>
            </a:r>
            <a:endParaRPr lang="en-US" sz="1350" dirty="0"/>
          </a:p>
        </p:txBody>
      </p:sp>
      <p:sp>
        <p:nvSpPr>
          <p:cNvPr id="16" name="Shape 8"/>
          <p:cNvSpPr/>
          <p:nvPr/>
        </p:nvSpPr>
        <p:spPr>
          <a:xfrm>
            <a:off x="1371600" y="4736592"/>
            <a:ext cx="640080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137160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שאלות? צללו לתרגילים  ←  cypress/e2e/workshop/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2026-09-03T06:11:09Z</dcterms:created>
  <dcterms:modified xsi:type="dcterms:W3CDTF">2026-09-03T06:11:09Z</dcterms:modified>
</cp:coreProperties>
</file>